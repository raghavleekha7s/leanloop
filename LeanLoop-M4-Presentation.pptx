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L_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889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836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LeanLoop  •  Raghav Leekha  •  PDD MF-F473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583680"/>
            <a:ext cx="7589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leanloop.me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leanloop.me/forms/lead" TargetMode="External"/><Relationship Id="rId2" Type="http://schemas.openxmlformats.org/officeDocument/2006/relationships/hyperlink" Target="https://leanloop.me/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0116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LeanLoop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template-first low-code automation platform for Indian MSMEs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MF-F473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M4 Final Design Submission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074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86868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https://leanloop.me/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Leekha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Final 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MSMEs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of small businesses doing ₹10 L–10 Cr/year — D2C brands, kiranas, service shops — running a fragmented stack of Razorpay, Tally, Shiprocket, WhatsApp Business, and Google Sheets.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46304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691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₹50,000 – 2,00,000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integration when hiring a developer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788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 – 50 / month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583680" y="3291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Zapier / Make.com — priced in dollars, missing Indian integrations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11091672" cy="1874520"/>
          </a:xfrm>
          <a:prstGeom prst="roundRect">
            <a:avLst>
              <a:gd name="adj" fmla="val 3902"/>
            </a:avLst>
          </a:prstGeom>
          <a:solidFill>
            <a:srgbClr val="05081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PROBLEM STATEMENT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61772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MSME owners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way to connect their payment, accounting, logistics and messaging tools 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</a:t>
            </a:r>
            <a:pPr indent="0" marL="0">
              <a:lnSpc>
                <a:spcPts val="2600"/>
              </a:lnSpc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afford developers (₹50K+) or dollar-priced SaaS ($30/mo+) and lack the technical skill for visual workflow canvases like n8n</a:t>
            </a:r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could be met by </a:t>
            </a:r>
            <a:pPr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template-first automation layer with India-specific integrations and human-readable monitoring.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Needs, Functions &amp; Design Priorities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outputs from M2 — Customer Needs, Function Tree, House of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NEEDS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from interviews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setup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activates a workflow without a developer.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payment &amp; tax tools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Razorpay / Tally / GST support.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alerts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reach the operator on their phone.
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option</a:t>
            </a:r>
            <a:endParaRPr lang="en-US" sz="14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for compliance-heavy MSMEs.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0312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1031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+ sub-functions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278892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function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pre-built business automations between SaaS tools without code.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Sub-functions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Receive triggers (webhook / cron / API poll)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Authenticate to external services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&amp; route data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Retry &amp; escalate failures
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outcomes for the operator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4297680"/>
          </a:xfrm>
          <a:prstGeom prst="roundRect">
            <a:avLst>
              <a:gd name="adj" fmla="val 2025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103120"/>
            <a:ext cx="155448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1031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HoQ PRIORITIES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technical drivers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0" y="28803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28529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Time-to-first-automation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15400" y="312724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minutes from sign-up to activation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12480" y="393192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15400" y="390448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India-integration coverage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15400" y="417880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Razorpay, Tally, Shiprocket, GSTN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498348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15400" y="495604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under retry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15400" y="5230368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0.5 % final-failure rate after auto-retries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Selection — Pugh Decision Matrix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concepts evaluated against ten weighted criteria. Datum: build from scratch.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508760"/>
                <a:gridCol w="1508760"/>
                <a:gridCol w="1965960"/>
                <a:gridCol w="1536192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 Custom (datum)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 Zapier WL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 Fork 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0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 n8n template-first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 Sheets+AppsScript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MVP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Indian integrations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Customisability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End-user simplicity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/ 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&amp; docs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freedom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vendor lock-in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F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score (Σ+ − Σ−)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08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852160"/>
            <a:ext cx="11091672" cy="594360"/>
          </a:xfrm>
          <a:prstGeom prst="roundRect">
            <a:avLst>
              <a:gd name="adj" fmla="val 9231"/>
            </a:avLst>
          </a:prstGeom>
          <a:solidFill>
            <a:srgbClr val="062F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85216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— Template-first layer on n8n  </a:t>
            </a:r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execution engine + community + retries; differentiates on UX + India-specific nodes.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Evolution — M3 → M4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DfX method applied: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Usability (DfU)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driven by user-testing feedback that non-technical operators found the n8n canvas overwhelming.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  <a:gridCol w="3410712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 Concept / 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Modification in M4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for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81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dropped into n8n canvas to build workflows from scratch.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Template-first wizard: pick → connect accounts → activate (3 steps).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Hide structural complexity. SME owners aren’t engineers; they want outcomes, not graphs.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n8n executions list (JSON, stack traces).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Human-readable Logs page: "WhatsApp Order ran successfully", "Razorpay → Tally failed — we’ll retry".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 can scan &amp; triage without reading code.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 sat silently in the n8n UI.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Postgres-backed retry queue → exponential backoff → WhatsApp alert if dead-letter.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moved from "dev’s problem" to a self-healing system.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nodes (Razorpay/Tally/Shiprocket/GST) lived only as design intent.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Multi-stage Docker build compiles all 4 nodes into the n8n image.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India-specific integrations are now part of every install.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Demos required typing curl on stage.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form pages (e.g. /forms/lead) — embed-ready, mobile-friendly, no terminal.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Realistic SME usage path: paste link or QR code on a flyer.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parts fit together — what runs where, what talks to what.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4206240"/>
          </a:xfrm>
          <a:prstGeom prst="roundRect">
            <a:avLst>
              <a:gd name="adj" fmla="val 2162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292608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 Operator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templates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logs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292608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703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Customers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WhatsApp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webhooks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4800600"/>
            <a:ext cx="2926080" cy="1143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892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51663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· Tally · Shiprocket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GSTN · Meta · Google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920240"/>
            <a:ext cx="4114800" cy="4206240"/>
          </a:xfrm>
          <a:prstGeom prst="roundRect">
            <a:avLst>
              <a:gd name="adj" fmla="val 1778"/>
            </a:avLst>
          </a:prstGeom>
          <a:solidFill>
            <a:srgbClr val="062F2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057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LEANLOOP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423160"/>
            <a:ext cx="374904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wizard · Logs · OAuth · Webhook receiver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429000"/>
            <a:ext cx="3749040" cy="9144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520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Engine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7947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+ Custom Nodes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(Razorpay · Tally · Shiprocket · GST)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434840"/>
            <a:ext cx="3749040" cy="822960"/>
          </a:xfrm>
          <a:prstGeom prst="roundRect">
            <a:avLst>
              <a:gd name="adj" fmla="val 5556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4526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0" y="4800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state · retry queue · activations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5349240"/>
            <a:ext cx="374904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5440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 Reverse Proxy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97680" y="57150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Auto-HTTPS · Routes /n8n/* and /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412480" y="1920240"/>
            <a:ext cx="3246120" cy="4206240"/>
          </a:xfrm>
          <a:prstGeom prst="roundRect">
            <a:avLst>
              <a:gd name="adj" fmla="val 2254"/>
            </a:avLst>
          </a:prstGeom>
          <a:solidFill>
            <a:srgbClr val="050810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05740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95360" y="2423160"/>
            <a:ext cx="28803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25146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Queue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95360" y="278892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→ 60s → 120s …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95360" y="3611880"/>
            <a:ext cx="2880360" cy="1097280"/>
          </a:xfrm>
          <a:prstGeom prst="roundRect">
            <a:avLst>
              <a:gd name="adj" fmla="val 4167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0" y="3703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Queue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95360" y="3977640"/>
            <a:ext cx="2880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N failed retries,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here for review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95360" y="4800600"/>
            <a:ext cx="2880360" cy="114300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48920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Alerts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95360" y="51663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reaches operator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phone, deduped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Flow &amp; 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sign-up to running automation in 5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5276" y="18745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73836" y="24688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836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3836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page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9212" y="2798064"/>
            <a:ext cx="201168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68396" y="18745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839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076956" y="24688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6956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76956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wizard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42332" y="2798064"/>
            <a:ext cx="201168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1516" y="18745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7151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180076" y="24688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0076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80076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or paste key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45452" y="2798064"/>
            <a:ext cx="201168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74636" y="18745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7463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83196" y="24688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83196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83196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live in n8n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148572" y="2798064"/>
            <a:ext cx="201168" cy="164592"/>
          </a:xfrm>
          <a:prstGeom prst="rightArrow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77756" y="18745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77756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08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386316" y="2468880"/>
            <a:ext cx="1828800" cy="868680"/>
          </a:xfrm>
          <a:prstGeom prst="roundRect">
            <a:avLst>
              <a:gd name="adj" fmla="val 6316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86316" y="25420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86316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logs + alerts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8640" y="41148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31520" y="42976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ready templates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4617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SME-flavoured (Sales, Finance, Support, Logistics, Compliance) + 3 advanced integrations.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41148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80560" y="42976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India-native nodes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480560" y="4617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Razorpay, Tally XML, Shiprocket, GSTN e-invoice — built into the Docker image.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046720" y="41148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42976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4251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form pages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229600" y="46177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/forms/lead, /forms/feedback — embed on a website, share via QR, no terminal needed.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48640" y="54864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520" y="56692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5623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ops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1520" y="5989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webhook receiver + outbound Cloud-API alerts to the operator’s phone.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97680" y="54864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480560" y="56692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5623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Reliability-first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480560" y="5989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retry queue, exponential backoff, dead-letter queue, dedup’d alerts.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046720" y="5486400"/>
            <a:ext cx="3611880" cy="1234440"/>
          </a:xfrm>
          <a:prstGeom prst="roundRect">
            <a:avLst>
              <a:gd name="adj" fmla="val 4444"/>
            </a:avLst>
          </a:prstGeom>
          <a:solidFill>
            <a:srgbClr val="050810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29600" y="5669280"/>
            <a:ext cx="274320" cy="274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595360" y="56235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or hosted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229600" y="59893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install.sh on any Ubuntu VPS, or run on the LeanLoop SaaS — same code.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real lead-capture form fire a workflow into a Google Sheet — live.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109728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FORM (audience-facing)</a:t>
            </a:r>
            <a:endParaRPr lang="en-US" sz="11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777240" y="2377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https://leanloop.me/forms/lead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 (where templates are activated, logs read)</a:t>
            </a:r>
            <a:endParaRPr lang="en-US" sz="11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777240" y="3611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https://leanloop.me/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you’ll see in 90 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48463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open the public lead form on a phone-sized window — looks like a customer site.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51389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5138928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submit a lead from "Referral" → priority auto-tags as HOT.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43153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5431536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Google Sheet — row appears within seconds.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57241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5724144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LeanLoop dashboard → Logs → "Website Lead Capture ran successfully".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6016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6016752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background, a second template (Scheduled Fact Logger) keeps appending rows on its own.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50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LeanLoop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final design addresses the user need by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1109167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collapsing payments, accounting, logistics and customer messaging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one-click templates that an Indian MSME owner can activate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writing a line of code or paying in dollars.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templates 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India-native nodes 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https://leanloop.me/  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 </a:t>
            </a:r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VPS install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85216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   Questions?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5836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LeanLoop — M4 Final Design</dc:title>
  <dc:subject>Project Design &amp; Development (PDD MF-F473)</dc:subject>
  <dc:creator>Raghav Leekha</dc:creator>
  <cp:lastModifiedBy>Raghav Leekha</cp:lastModifiedBy>
  <cp:revision>1</cp:revision>
  <dcterms:created xsi:type="dcterms:W3CDTF">2026-04-29T08:32:30Z</dcterms:created>
  <dcterms:modified xsi:type="dcterms:W3CDTF">2026-04-29T08:32:30Z</dcterms:modified>
</cp:coreProperties>
</file>